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8"/>
  </p:normalViewPr>
  <p:slideViewPr>
    <p:cSldViewPr snapToGrid="0">
      <p:cViewPr varScale="1">
        <p:scale>
          <a:sx n="88" d="100"/>
          <a:sy n="88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10422" b="5309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5791" y="3331444"/>
            <a:ext cx="6470692" cy="122930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Presentation for the Front-end Part</a:t>
            </a:r>
            <a:endParaRPr lang="en-TH" sz="36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791" y="4735799"/>
            <a:ext cx="6470693" cy="605256"/>
          </a:xfrm>
        </p:spPr>
        <p:txBody>
          <a:bodyPr>
            <a:normAutofit/>
          </a:bodyPr>
          <a:lstStyle/>
          <a:p>
            <a:r>
              <a:rPr lang="en-TH"/>
              <a:t>3 mins per group</a:t>
            </a:r>
            <a:endParaRPr lang="en-TH" dirty="0"/>
          </a:p>
        </p:txBody>
      </p:sp>
      <p:cxnSp>
        <p:nvCxnSpPr>
          <p:cNvPr id="13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72429" y="4641183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!!footer rectangl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1. Member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H" dirty="0"/>
              <a:t>1. </a:t>
            </a:r>
            <a:r>
              <a:rPr lang="en-US" altLang="en-TH" dirty="0"/>
              <a:t>ZhangGe  20232062 </a:t>
            </a:r>
            <a:endParaRPr lang="en-TH" dirty="0"/>
          </a:p>
          <a:p>
            <a:r>
              <a:rPr lang="en-TH" dirty="0"/>
              <a:t>2. </a:t>
            </a:r>
            <a:r>
              <a:rPr lang="en-US" altLang="en-TH" dirty="0"/>
              <a:t>WangYuTao  20232057</a:t>
            </a:r>
            <a:endParaRPr lang="en-TH" dirty="0"/>
          </a:p>
          <a:p>
            <a:r>
              <a:rPr lang="en-TH" dirty="0"/>
              <a:t>3. </a:t>
            </a:r>
            <a:r>
              <a:rPr lang="en-US" altLang="en-TH" dirty="0"/>
              <a:t>TangZiYu  20232046</a:t>
            </a:r>
            <a:endParaRPr lang="en-US" altLang="en-TH" dirty="0"/>
          </a:p>
        </p:txBody>
      </p:sp>
      <p:pic>
        <p:nvPicPr>
          <p:cNvPr id="1026" name="Picture 2" descr="Default profile picture avatar user icon Vector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57" y="3860799"/>
            <a:ext cx="1765168" cy="190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efault profile picture avatar user icon Vector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372" y="3860799"/>
            <a:ext cx="1765168" cy="190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efault profile picture avatar user icon Vector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939" y="3860798"/>
            <a:ext cx="1765168" cy="190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397282" y="5750709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TH" dirty="0">
                <a:solidFill>
                  <a:srgbClr val="FF0000"/>
                </a:solidFill>
              </a:rPr>
              <a:t>TangZiYu</a:t>
            </a:r>
            <a:endParaRPr lang="en-US" altLang="en-TH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36620" y="5736526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TH" dirty="0">
                <a:solidFill>
                  <a:srgbClr val="FF0000"/>
                </a:solidFill>
              </a:rPr>
              <a:t>ZhangGe</a:t>
            </a:r>
            <a:endParaRPr lang="en-US" altLang="en-TH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535" y="5736526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TH" dirty="0">
                <a:solidFill>
                  <a:srgbClr val="FF0000"/>
                </a:solidFill>
              </a:rPr>
              <a:t>WangYuTao</a:t>
            </a:r>
            <a:endParaRPr lang="en-US" altLang="en-TH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15184" y="1150221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TH" dirty="0"/>
          </a:p>
        </p:txBody>
      </p:sp>
      <p:sp>
        <p:nvSpPr>
          <p:cNvPr id="17" name="TextBox 16"/>
          <p:cNvSpPr txBox="1"/>
          <p:nvPr/>
        </p:nvSpPr>
        <p:spPr>
          <a:xfrm>
            <a:off x="6882939" y="5973293"/>
            <a:ext cx="656771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TH" dirty="0"/>
          </a:p>
        </p:txBody>
      </p:sp>
      <p:pic>
        <p:nvPicPr>
          <p:cNvPr id="4" name="图片 3" descr="微信图片_20251028164107_139_3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675" y="3942715"/>
            <a:ext cx="1210945" cy="1615440"/>
          </a:xfrm>
          <a:prstGeom prst="rect">
            <a:avLst/>
          </a:prstGeom>
        </p:spPr>
      </p:pic>
      <p:pic>
        <p:nvPicPr>
          <p:cNvPr id="11" name="图片 10" descr="微信图片_20251028164753_31_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415" y="3662680"/>
            <a:ext cx="2218055" cy="1895475"/>
          </a:xfrm>
          <a:prstGeom prst="rect">
            <a:avLst/>
          </a:prstGeom>
        </p:spPr>
      </p:pic>
      <p:pic>
        <p:nvPicPr>
          <p:cNvPr id="7" name="图片 6" descr="微信图片_20251028171004_262_1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335" y="3723640"/>
            <a:ext cx="1798320" cy="1834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2. Project name/Project Goal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H" dirty="0">
                <a:solidFill>
                  <a:schemeClr val="tx1"/>
                </a:solidFill>
              </a:rPr>
              <a:t>Project name: </a:t>
            </a:r>
            <a:r>
              <a:rPr lang="en-US" altLang="zh-CN" dirty="0">
                <a:solidFill>
                  <a:srgbClr val="FF0000"/>
                </a:solidFill>
              </a:rPr>
              <a:t>Social Anti-Fake News System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TH" dirty="0">
              <a:solidFill>
                <a:srgbClr val="FF0000"/>
              </a:solidFill>
            </a:endParaRPr>
          </a:p>
          <a:p>
            <a:endParaRPr lang="en-TH" dirty="0">
              <a:solidFill>
                <a:srgbClr val="FF0000"/>
              </a:solidFill>
            </a:endParaRPr>
          </a:p>
          <a:p>
            <a:r>
              <a:rPr lang="en-TH" dirty="0">
                <a:solidFill>
                  <a:schemeClr val="tx1"/>
                </a:solidFill>
              </a:rPr>
              <a:t>Project goal:</a:t>
            </a:r>
            <a:r>
              <a:rPr lang="en-US" altLang="zh-CN" dirty="0">
                <a:solidFill>
                  <a:srgbClr val="FF0000"/>
                </a:solidFill>
              </a:rPr>
              <a:t>To build a platform where users can identify, vote, and discuss the authenticity of news, focusing on fake news in areas like sports, music, games, etc.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3. Features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· F1: News list with filtering (All / Fake / Not Fake)</a:t>
            </a:r>
            <a:endParaRPr lang="en-US" altLang="zh-CN" dirty="0"/>
          </a:p>
          <a:p>
            <a:r>
              <a:rPr lang="en-US" altLang="zh-CN" dirty="0"/>
              <a:t>· F2: News detail page with voting and comments</a:t>
            </a:r>
            <a:endParaRPr lang="en-US" altLang="zh-CN" dirty="0"/>
          </a:p>
          <a:p>
            <a:r>
              <a:rPr lang="en-US" altLang="zh-CN" dirty="0"/>
              <a:t>· F3: Real-time voting results (Fake / Not Fake)</a:t>
            </a:r>
            <a:endParaRPr lang="en-US" altLang="zh-CN" dirty="0"/>
          </a:p>
          <a:p>
            <a:r>
              <a:rPr lang="en-US" altLang="zh-CN" dirty="0"/>
              <a:t>· F4: Commenting with text or image links</a:t>
            </a:r>
            <a:endParaRPr lang="en-US" altLang="zh-CN" dirty="0"/>
          </a:p>
          <a:p>
            <a:r>
              <a:rPr lang="en-US" altLang="zh-CN" dirty="0"/>
              <a:t>· F5: Pagination with customizable items per page</a:t>
            </a:r>
            <a:endParaRPr lang="en-US" altLang="zh-CN" dirty="0"/>
          </a:p>
          <a:p>
            <a:r>
              <a:rPr lang="en-TH" dirty="0"/>
              <a:t>…</a:t>
            </a:r>
            <a:endParaRPr lang="en-TH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4. Tech Stack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· Frontend: React / Vue.js</a:t>
            </a:r>
            <a:endParaRPr lang="en-US" altLang="zh-CN" dirty="0"/>
          </a:p>
          <a:p>
            <a:r>
              <a:rPr lang="en-US" altLang="zh-CN" dirty="0"/>
              <a:t>· State Management: Context API / Redux</a:t>
            </a:r>
            <a:endParaRPr lang="en-US" altLang="zh-CN" dirty="0"/>
          </a:p>
          <a:p>
            <a:r>
              <a:rPr lang="en-US" altLang="zh-CN" dirty="0"/>
              <a:t>· Deployment: Vercel</a:t>
            </a:r>
            <a:endParaRPr lang="en-US" altLang="zh-CN" dirty="0"/>
          </a:p>
          <a:p>
            <a:r>
              <a:rPr lang="en-US" altLang="zh-CN" dirty="0"/>
              <a:t>· Data: Mock data for testing</a:t>
            </a: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5. </a:t>
            </a:r>
            <a:r>
              <a:rPr lang="en-US" dirty="0"/>
              <a:t>Home page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2"/>
                </a:solidFill>
              </a:rPr>
              <a:t>- list of news, filter (all / fake / not fake), pagination, and how many items per page?</a:t>
            </a:r>
            <a:endParaRPr lang="en-US" i="1" dirty="0">
              <a:solidFill>
                <a:schemeClr val="tx2"/>
              </a:solidFill>
            </a:endParaRPr>
          </a:p>
          <a:p>
            <a:r>
              <a:rPr lang="en-US" dirty="0"/>
              <a:t> </a:t>
            </a:r>
            <a:endParaRPr lang="en-US" dirty="0"/>
          </a:p>
          <a:p>
            <a:pPr algn="ctr"/>
            <a:r>
              <a:rPr lang="en-TH" dirty="0">
                <a:solidFill>
                  <a:srgbClr val="FF0000"/>
                </a:solidFill>
              </a:rPr>
              <a:t>&lt;&lt;show your design here&gt;&gt;</a:t>
            </a:r>
            <a:endParaRPr lang="en-TH" dirty="0"/>
          </a:p>
          <a:p>
            <a:endParaRPr lang="en-US" dirty="0"/>
          </a:p>
          <a:p>
            <a:endParaRPr lang="en-TH" dirty="0"/>
          </a:p>
        </p:txBody>
      </p:sp>
      <p:pic>
        <p:nvPicPr>
          <p:cNvPr id="4" name="图片 3" descr="屏幕截图 2025-10-28 1632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1860" y="2598420"/>
            <a:ext cx="5552440" cy="3469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6. </a:t>
            </a:r>
            <a:r>
              <a:rPr lang="en-US" dirty="0"/>
              <a:t>News Details Page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2"/>
                </a:solidFill>
              </a:rPr>
              <a:t>- Click on one news item to show: topic, full details, reporter, date/time, image (URL) </a:t>
            </a:r>
            <a:br>
              <a:rPr lang="en-US" i="1" dirty="0">
                <a:solidFill>
                  <a:schemeClr val="tx2"/>
                </a:solidFill>
              </a:rPr>
            </a:br>
            <a:r>
              <a:rPr lang="en-US" i="1" dirty="0">
                <a:solidFill>
                  <a:schemeClr val="tx2"/>
                </a:solidFill>
              </a:rPr>
              <a:t>- Show comment section and voting results (fake / not fake)</a:t>
            </a:r>
            <a:endParaRPr lang="en-US" i="1" dirty="0">
              <a:solidFill>
                <a:schemeClr val="tx2"/>
              </a:solidFill>
            </a:endParaRP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TH" dirty="0">
                <a:solidFill>
                  <a:srgbClr val="FF0000"/>
                </a:solidFill>
              </a:rPr>
              <a:t>&lt;&lt;show your design here&gt;&gt;</a:t>
            </a:r>
            <a:endParaRPr lang="en-TH" dirty="0"/>
          </a:p>
          <a:p>
            <a:pPr algn="ctr"/>
            <a:endParaRPr lang="en-TH" dirty="0"/>
          </a:p>
        </p:txBody>
      </p:sp>
      <p:pic>
        <p:nvPicPr>
          <p:cNvPr id="4" name="图片 3" descr="屏幕截图 2025-10-28 1633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5665" y="2957830"/>
            <a:ext cx="5360670" cy="3349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7. </a:t>
            </a:r>
            <a:r>
              <a:rPr lang="en-US" dirty="0"/>
              <a:t>Vote &amp; Comment Feature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2"/>
                </a:solidFill>
              </a:rPr>
              <a:t>- Demonstrate voting and adding a comment or image link </a:t>
            </a:r>
            <a:br>
              <a:rPr lang="en-US" i="1" dirty="0">
                <a:solidFill>
                  <a:schemeClr val="tx2"/>
                </a:solidFill>
              </a:rPr>
            </a:br>
            <a:r>
              <a:rPr lang="en-US" i="1" dirty="0">
                <a:solidFill>
                  <a:schemeClr val="tx2"/>
                </a:solidFill>
              </a:rPr>
              <a:t>- Show that new data appears in the comment list immediately</a:t>
            </a:r>
            <a:endParaRPr lang="en-US" i="1" dirty="0">
              <a:solidFill>
                <a:schemeClr val="tx2"/>
              </a:solidFill>
            </a:endParaRP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TH" dirty="0">
                <a:solidFill>
                  <a:srgbClr val="FF0000"/>
                </a:solidFill>
              </a:rPr>
              <a:t>&lt;&lt;show your design here&gt;&gt;</a:t>
            </a:r>
            <a:endParaRPr lang="en-TH" dirty="0"/>
          </a:p>
          <a:p>
            <a:endParaRPr lang="en-TH" dirty="0"/>
          </a:p>
        </p:txBody>
      </p:sp>
      <p:pic>
        <p:nvPicPr>
          <p:cNvPr id="4" name="图片 3" descr="屏幕截图 2025-10-28 1634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935605"/>
            <a:ext cx="5487670" cy="3429000"/>
          </a:xfrm>
          <a:prstGeom prst="rect">
            <a:avLst/>
          </a:prstGeom>
        </p:spPr>
      </p:pic>
      <p:pic>
        <p:nvPicPr>
          <p:cNvPr id="5" name="图片 4" descr="屏幕截图 2025-10-28 1638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35605"/>
            <a:ext cx="5614035" cy="3429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8. </a:t>
            </a:r>
            <a:r>
              <a:rPr lang="en-US" dirty="0"/>
              <a:t>Deployment with Versel</a:t>
            </a:r>
            <a:endParaRPr lang="en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2"/>
                </a:solidFill>
              </a:rPr>
              <a:t>- Mention </a:t>
            </a:r>
            <a:r>
              <a:rPr lang="en-US" b="1" i="1" dirty="0">
                <a:solidFill>
                  <a:schemeClr val="tx2"/>
                </a:solidFill>
              </a:rPr>
              <a:t>mock data</a:t>
            </a:r>
            <a:r>
              <a:rPr lang="en-US" i="1" dirty="0">
                <a:solidFill>
                  <a:schemeClr val="tx2"/>
                </a:solidFill>
              </a:rPr>
              <a:t> used for testing and </a:t>
            </a:r>
            <a:r>
              <a:rPr lang="en-US" b="1" i="1" dirty="0">
                <a:solidFill>
                  <a:schemeClr val="tx2"/>
                </a:solidFill>
              </a:rPr>
              <a:t>pagination</a:t>
            </a:r>
            <a:r>
              <a:rPr lang="en-US" i="1" dirty="0">
                <a:solidFill>
                  <a:schemeClr val="tx2"/>
                </a:solidFill>
              </a:rPr>
              <a:t> implemented</a:t>
            </a:r>
            <a:endParaRPr lang="en-US" i="1" dirty="0">
              <a:solidFill>
                <a:schemeClr val="tx2"/>
              </a:solidFill>
            </a:endParaRPr>
          </a:p>
          <a:p>
            <a:endParaRPr lang="en-US" i="1" dirty="0">
              <a:solidFill>
                <a:schemeClr val="tx2"/>
              </a:solidFill>
            </a:endParaRPr>
          </a:p>
          <a:p>
            <a:endParaRPr lang="en-US" dirty="0"/>
          </a:p>
          <a:p>
            <a:pPr algn="ctr"/>
            <a:r>
              <a:rPr lang="en-TH" dirty="0">
                <a:solidFill>
                  <a:srgbClr val="FF0000"/>
                </a:solidFill>
              </a:rPr>
              <a:t>&lt;&lt;show your design here&gt;&gt;</a:t>
            </a:r>
            <a:endParaRPr lang="en-TH" dirty="0"/>
          </a:p>
          <a:p>
            <a:endParaRPr lang="en-TH" dirty="0"/>
          </a:p>
        </p:txBody>
      </p:sp>
      <p:pic>
        <p:nvPicPr>
          <p:cNvPr id="4" name="图片 3" descr="屏幕截图 2025-10-28 1637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5460" y="2569210"/>
            <a:ext cx="6317615" cy="3947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ltGray">
          <a:xfrm>
            <a:off x="458724" y="457200"/>
            <a:ext cx="11274552" cy="59436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749" y="963997"/>
            <a:ext cx="3787457" cy="4938361"/>
          </a:xfrm>
        </p:spPr>
        <p:txBody>
          <a:bodyPr anchor="ctr">
            <a:normAutofit/>
          </a:bodyPr>
          <a:lstStyle/>
          <a:p>
            <a:r>
              <a:rPr lang="en-TH" dirty="0"/>
              <a:t>Submission</a:t>
            </a:r>
            <a:endParaRPr lang="en-TH" dirty="0"/>
          </a:p>
        </p:txBody>
      </p:sp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971974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1798" y="963507"/>
            <a:ext cx="5968181" cy="493885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TH" dirty="0"/>
              <a:t>Record </a:t>
            </a:r>
            <a:r>
              <a:rPr lang="en-TH" b="1" u="sng" dirty="0"/>
              <a:t>3-5 mins presentation</a:t>
            </a:r>
            <a:r>
              <a:rPr lang="en-TH" b="1" dirty="0"/>
              <a:t> </a:t>
            </a:r>
            <a:r>
              <a:rPr lang="en-TH" dirty="0"/>
              <a:t>and submit to Moodle (Only one people in the team will submit in Moodle, you can submit to any section)</a:t>
            </a:r>
            <a:endParaRPr lang="en-TH" dirty="0"/>
          </a:p>
          <a:p>
            <a:pPr marL="0" indent="0">
              <a:buNone/>
            </a:pPr>
            <a:r>
              <a:rPr lang="en-TH" dirty="0"/>
              <a:t>Submission Deadline : </a:t>
            </a:r>
            <a:r>
              <a:rPr lang="en-TH" b="1" u="sng" dirty="0"/>
              <a:t>9th November 11.59 pm</a:t>
            </a:r>
            <a:r>
              <a:rPr lang="en-TH" dirty="0"/>
              <a:t> </a:t>
            </a:r>
            <a:endParaRPr lang="en-TH" dirty="0"/>
          </a:p>
          <a:p>
            <a:endParaRPr lang="en-TH" dirty="0"/>
          </a:p>
          <a:p>
            <a:r>
              <a:rPr lang="en-TH" dirty="0"/>
              <a:t> </a:t>
            </a:r>
            <a:endParaRPr lang="en-TH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6071" y="801793"/>
            <a:ext cx="8019857" cy="52730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H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8745" y="1306175"/>
            <a:ext cx="10594510" cy="4264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1547</Words>
  <Application>WPS 演示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Tw Cen MT</vt:lpstr>
      <vt:lpstr>微软雅黑</vt:lpstr>
      <vt:lpstr>Arial Unicode MS</vt:lpstr>
      <vt:lpstr>RetrospectVTI</vt:lpstr>
      <vt:lpstr>Presentation for the Front-end Part</vt:lpstr>
      <vt:lpstr>1. Member</vt:lpstr>
      <vt:lpstr>2. Project name/Project Goal</vt:lpstr>
      <vt:lpstr>3. Features</vt:lpstr>
      <vt:lpstr>4. Tech Stack</vt:lpstr>
      <vt:lpstr>5. Home page</vt:lpstr>
      <vt:lpstr>6. News Details Page</vt:lpstr>
      <vt:lpstr>7. Vote &amp; Comment Feature</vt:lpstr>
      <vt:lpstr>8. Deployment with Versel</vt:lpstr>
      <vt:lpstr>Submission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Pikul V.</dc:creator>
  <cp:lastModifiedBy>—</cp:lastModifiedBy>
  <cp:revision>6</cp:revision>
  <dcterms:created xsi:type="dcterms:W3CDTF">2025-10-24T04:49:00Z</dcterms:created>
  <dcterms:modified xsi:type="dcterms:W3CDTF">2025-10-28T09:11:20Z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CA3BC1470EB846599741A33E606B701B_13</vt:lpwstr>
  </property>
  <property fmtid="{D5CDD505-2E9C-101B-9397-08002B2CF9AE}" pid="3" name="KSOProductBuildVer">
    <vt:lpwstr>2052-12.1.0.23125</vt:lpwstr>
  </property>
</Properties>
</file>